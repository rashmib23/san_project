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9" r:id="rId6"/>
    <p:sldId id="270" r:id="rId7"/>
    <p:sldId id="262" r:id="rId8"/>
    <p:sldId id="271" r:id="rId9"/>
    <p:sldId id="272" r:id="rId10"/>
    <p:sldId id="268" r:id="rId11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41BB0-4897-48CC-8EC5-F9DA82F383BE}" type="datetimeFigureOut">
              <a:rPr lang="en-IN" smtClean="0"/>
              <a:pPr/>
              <a:t>18-03-2025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6BABC-7EAB-4FD8-AB56-DD3D098BAC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1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B230-5526-4408-9234-66F8A1EB23B3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9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8EB3-7650-4F76-91DF-95E37DFFC68D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6413E-1781-49E4-B5B5-DF3016F76767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6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C1CE4-3AE4-49B6-9F50-AB5F87F31274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4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8BC85-6679-4B0A-BC58-0A99CE1B29DE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6AFC-2606-4685-8C54-0A178173850A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00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F48C1-1309-4D9A-ABAF-B8296A6A9BBD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7527C-EFF2-43F9-8E52-96D9F1B3931C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6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4A0A9-34D0-4C62-9C5E-A076F273D0CC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35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0ECD6-410B-4FF1-9407-D5FA6D5B05AF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42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BAF8D-E502-42CB-ADBD-0D736E73FA39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54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AD51C-C4FB-4B69-9C84-8B4CA79584AD}" type="datetime1">
              <a:rPr lang="en-IN" smtClean="0"/>
              <a:pPr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8A91E-90FF-4DB7-82DB-2B5E6E93D1F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7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9463" y="1750348"/>
            <a:ext cx="9144000" cy="117606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Physiological Data Integration for Student Concentration Monitoring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4286" y="4705457"/>
            <a:ext cx="3958888" cy="1843722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1MS22CS123 – Sangeetha E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1MS22CS112 – Rashmi B</a:t>
            </a:r>
          </a:p>
          <a:p>
            <a:pPr marL="457200" indent="-457200" algn="l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1MS22CS123 – Sakshi RK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6" t="25628" r="9668" b="17165"/>
          <a:stretch/>
        </p:blipFill>
        <p:spPr>
          <a:xfrm>
            <a:off x="409303" y="156754"/>
            <a:ext cx="2560320" cy="806145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316686" y="4705457"/>
            <a:ext cx="2516777" cy="1747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Uzma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Sulthana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2114" y="404949"/>
            <a:ext cx="102586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Project Work  - Zeroth Review Presentation</a:t>
            </a:r>
          </a:p>
          <a:p>
            <a:pPr algn="ctr"/>
            <a:endParaRPr lang="en-IN" dirty="0"/>
          </a:p>
          <a:p>
            <a:pPr algn="ctr"/>
            <a:r>
              <a:rPr lang="en-IN" sz="2800" b="1" dirty="0"/>
              <a:t>Department of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399721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513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00696"/>
            <a:ext cx="11101251" cy="477626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11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034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4597"/>
            <a:ext cx="11083834" cy="4782366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struggle to maintain focus, but current methods rely on subjective assessments like teacher observations and self-reports.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real-time monitoring, distractions go unnoticed, impacting learning efficiency.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directly affects academic performance, yet there is no objective way to measure focus.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wearable technology and AI enable real-time tracking of physiological signals like EEG, HRV, and GSR, providing data-driven insights into student concentration.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Sensors: Capture brain activity, heart rate variability, and skin conductance.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Analysis: Detects focus patterns using signal processing and machine learning.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Dashboard: Provides live concentration insights for students and educators.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Feedback System: Suggests adaptive strategies to improve focus.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transforms subjective engagement tracking into an objective, real-time, and actionable system, enhancing learning outcomes.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4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6451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8241"/>
            <a:ext cx="11092543" cy="4764949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educational settings, maintaining student concentration is a significant challenge. Traditional methods for assessing student engagement rely on subjective measures, such as teacher observations or self-reports, which are often inaccurate. This project aims to develop a system that uses advanced wearable sensors to monitor physiological signals (e.g., EEG, heart rate variability, skin conductance) in real-time, providing objective insights into students' concentration levels.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60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940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50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Monitoring: Develop a system to collect real-time physiological data using wearable sensors to track student concentration levels.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Processing &amp; Analysis: Implement data processing techniques to correlate physiological signals with cognitive engagement and attention.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Feedback Mechanism: Design an intelligent feedback system to help educators and students understand concentration trends and optimize learning environments.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Ensure a low-cost and scalable implementation for easy adoption in educational settings.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to be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62054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EEG, heart rate variability (HRV), and skin conductance sensors to collect physiological data.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signal processing and machine learning techniques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interpret the data.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dashboard for real-time monitoring and insights.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Domains: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for workplace productivity monitoring, athlete performance tracking, and mental health assessment.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to be Used: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Wearable EEG headbands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Heart rate sensors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Skin conductance sensors (GSR sensors)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Microcontrollers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Libraries: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(for data processing and ML)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TensorFlow/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ML models)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OpenBCI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(for EEG processing)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IoT platforms (for real-time data streaming)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Web dashboard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702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4265"/>
            <a:ext cx="11066417" cy="47126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Umar, U. S., Rana, M. E., &amp; Hameed, V. A. (2023, December). Predicting Student Performance Through Classroom Concentration: A Review on Machine Learning and Computer Vision Approaches. In 2023 IEEE 21st Student Conference on Research and Development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(pp. 408-414). IEEE.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Su, M. C., Cheng, C. T., Chang, M. C., &amp; Hsieh, Y. Z. (2021). A video analytic in-class student concentration monitoring system. IEEE Transactions on Consumer Electronics, 67(4), 294-304.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Le, L., Xie, Y., Chakravarty, S., Hales, M., Johnson, J., &amp; Nguyen, T. N. (2021, December). Analysis of students’ concentration levels for online learning using webcam feeds. In 2021 IEEE International Conference on Big Data (Big Data) (pp. 5517-5523). IEEE.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Günzel, M.,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Stinglhammer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Jensch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W. Multi-Domain Interactions between Indoor Environmental Quality, Well-Being and Cognitive Performance in Smart Educational Spaces. Well-Being and Cognitive Performance in Smart Educational Spaces.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Kaur, H., Kaur, T., Bhardwaj, V., &amp; Kumar, M. (2024). An ensemble deep learning model for classification of students as weak and strong learners via multiparametric analysis. Discover Applied Sciences, 6(11), 595.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Khan, A., &amp; Ghosh, S. K. (2021). Student performance analysis and prediction in classroom learning: A review of educational data mining studies. Education and information technologies, 26(1), 205-240.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Liu, Y.,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Zavareh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Zoghi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 (2024, October). Ai-powered strategies for alleviating graduate student burnout through emotional intelligence and wearable technology. In 2024 IEEE Frontiers in Education Conference (FIE) (pp. 1-6). IEEE.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Deeter, A., Goodall, G., Pham, K., Sundstrom, J. L.,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Qazilbash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Zastavker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V., ... &amp; Abdoun, T. (2024, October). WIP: Investigating Students' Emotions and Motivations in a Game Based Learning Environment. In 2024 IEEE Frontiers in Education Conference (FIE) (pp. 1-5). IEEE.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2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F54EF-253F-23AE-7432-D31BFD58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Abdolhosseinzadeh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Montazer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A. (2024, February). Real Time Detection of Learner Fatigue in E-Learning Environments through the Combination of Eye and Mouth Features. In 2024 11th International and the 17th National Conference on E-Learning and E-Teaching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ICeLeT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(pp. 1-6). IEEE.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Sukumaran, A., &amp; Manoharan, A. (2025). Student Engagement Recognition: Comprehensive Analysis through EEG and Verification by Image Traits using Deep Learning Techniques. IEEE Access.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Rizwan, S., Nee, C. K.,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Garfan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(2025). Identifying the Factors Affecting Student Academic Performance and Engagement Prediction in MOOC using Deep Learning: A Systematic Literature Review. IEEE Access.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Bustamante-Mora, A.,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Diéguez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-Rebolledo, M., Zegarra, M., Escobar, F.,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Epuyao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(2025). Environmental Conditions and Their Impact on Student Concentration and Learning in University Environments: A Case Study of Education for Sustainability. Sustainability (2071 1050), 17(3).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Boca, G. D.,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Saraçlı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(2019). Environmental education and student’s perception for sustainability. Sustainability, 11(6), 1553.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Villarreal Arroyo, Y. P.,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Peñabaena-Niebles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Berdugo Correa, C. (2023). Influence of environmental conditions on students' learning processes: A systematic review. Building and Environment, 231, 110051.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Dai, Z., Sun, C., Zhao, L., &amp; Li, Z. (2021). Assessment of smart learning environments in higher educational institutions: A study using AHP-FCE and GA-BP methods. IEEE Access, 9, 35487–35505.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Lin, S., Fan, C., Han, D., Jia, Z., Peng, Y., &amp; Kwong, S. (2025).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EEG-Based Hybrid Attention Transfer Learning Network for Train Driver State Detection. IEEE Transactions on Cybernetics, (99), 1-14.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Wang, X., Ding, Y., Wang, L., &amp; Chen, F. (2025, April).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Smr-Awarenet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Adaptive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Aware Neural Network for EEG Auditory Attention Guided Target Speech Extraction. In ICASSP 2025-2025 IEEE International Conference on Acoustics, Speech and Signal Processing (ICASSP) (pp. 1-5). IEEE.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Ceradini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Tortora, S.,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Micera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Tonin, L. (2025). The Effect of User Learning for Online EEG Decoding of Upper-Limb Movement Intention. IEEE Transactions on Medical Robotics and Bionics.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Jamil, N., &amp; Belkacem, A. N. (2024). Advancing real-time remote learning: A novel paradigm for cognitive enhancement using EEG and eye-tracking analytics. IEEE Access.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451AD-0C11-40E3-9539-B0D02700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0E8DE-49CD-5E20-E41C-6C0CB9AF6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21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B22F-4D37-EF4C-9AF9-69DCC76C6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277"/>
            <a:ext cx="10515600" cy="566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Liu, H., Lou, T., Zhang, Y., Wu, Y., Xiao, Y., Jensen, C. S., &amp; Zhang, D. (2024). EEG-based multimodal emotion recognition: A machine learning perspective. IEEE Transactions on Instrumentation and Measurement.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Kode, H.,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Elleithy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&amp;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Almazedah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(2024). Epileptic Seizure detection in EEG signals using Machine Learning and Deep Learning Techniques. IEEE Access.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Gong, X., Chen, C. P., Hu, B., &amp; Zhang, T. (2024).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Ciabl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Completeness-induced adaptative broad learning for cross-subject emotion recognition with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eye movement signals. IEEE Transactions on Affective Computing.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Faskhodi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M., Fernandez-Chimeno, M., &amp; Garcia-Gonzalez, M. A. (2024). Using ultra short-term Heart Rate Variability (HRV) analysis to track posture changes. IEEE access.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 Liu, L., Yu, D., Lu, H., Shan, C., &amp; Wang, W. (2024). Camera-based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seismocardiogram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heart rate variability monitoring. IEEE Journal of Biomedical and Health Informatics.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 Al Fawwaz, A., Rahma, O. N., Ain, K.,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Ittaqillah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I., &amp; Chai, R. (2024). Measurement of Mental Workload Using Heart Rate Variability and Electrodermal Activity. IEEE Access. 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[26] Al Fawwaz, A., Rahma, O. N., Ain, K.,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Ittaqillah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I., &amp; Chai, R. (2024). Measurement of Mental Workload Using Heart Rate Variability and Electrodermal Activity. IEEE Access.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24846-9FFF-303F-C110-9A1DDB86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034FE-1E37-0E7F-0609-EDDC87375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361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3776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Computer Science and Engineering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8A91E-90FF-4DB7-82DB-2B5E6E93D1F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09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1830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Real-Time Physiological Data Integration for Student Concentration Monitoring</vt:lpstr>
      <vt:lpstr>Agenda</vt:lpstr>
      <vt:lpstr>Introduction</vt:lpstr>
      <vt:lpstr>Problem Statement</vt:lpstr>
      <vt:lpstr>Project Objectives</vt:lpstr>
      <vt:lpstr>Methodology to be used</vt:lpstr>
      <vt:lpstr>References</vt:lpstr>
      <vt:lpstr>PowerPoint Presentation</vt:lpstr>
      <vt:lpstr>PowerPoint Presentation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&lt;&lt;Project Title&gt;&gt;</dc:title>
  <dc:creator>PC-PS</dc:creator>
  <cp:lastModifiedBy>SANGEETHA E</cp:lastModifiedBy>
  <cp:revision>23</cp:revision>
  <dcterms:created xsi:type="dcterms:W3CDTF">2021-06-26T05:03:30Z</dcterms:created>
  <dcterms:modified xsi:type="dcterms:W3CDTF">2025-03-18T17:38:02Z</dcterms:modified>
</cp:coreProperties>
</file>